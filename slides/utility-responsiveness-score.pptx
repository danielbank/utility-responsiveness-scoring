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Responsiveness Scoring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Systematizing Utility Knowledge for Datacenter Siting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SemiAnalysis × Fluidstack Hackathon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Dimensions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utility scoring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interface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Integration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Map-based visualization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to Prefill, Dirt to Decode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B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Datacenter siting isn't constrained by grid capacity information — hyperscalers have access to OASIS, interconnection queues, and internal engineering teams.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Bottleneck: Utility Behavior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they negotiate creatively on tariffs? Follow standard interconnection processes? Have internal champions or institutional resistance to large loads?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Current State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URS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exists only as tribal memory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site selectors hoard insights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scoring or comparison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expensive discovery processes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675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scores per utility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rationale with evidence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pi agent interface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feature layer visualization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URS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Responsiveness Scoring systematizes utility knowledge into actionable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8-Dimension Scoring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evaluation framework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Enrichment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signals from docs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Agent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queries via pi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Integration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visualization layer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Contextual Scoring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weights based on your MW requirement, timeline, and sustainability needs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Evidence-Based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backed by source documents: tariff filings, IRPs, rate cases, earnings calls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Always Fresh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 tracking ensures scores reflect current utility posture, not outdated data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tribal knowledge to systematic intelligence — democratizing datacenter site selection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B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Scoring Dimensions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dimension scored 0-100 with confidence levels • All evidence-backed with source citations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Large-Load Tariff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tariff structures, economic development riders, custom rate schedules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Interconnection Speed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study completion timelines, fast-track processes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IRP Alignment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for datacenter/industrial load growth scenarios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Regulatory Environment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PUC attitudes, incentive legislation, commission precedent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Leadership Posture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CEO/COO statements, dedicated large-customer teams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Grid Headroom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constraint handling, speculative transmission builds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Track Record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serving 50+ MW customers, organizational muscle memory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Clean Energy Posture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tariffs, PPA accommodation, 24/7 CFE programs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1243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 = Weighted Average by Confidence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1307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Σ(weight_i × score_i × confidence_i) / Σ(weight_i × confidence_i)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1371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80-100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435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Responsive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1499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60-79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1563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Responsive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1627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1691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Signals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17556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18196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Slow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18836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19476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Unresponsive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Six-stage pipeline from raw documents to scored utilities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Source Acquisition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crawlers pull from EIA, FERC, state PUCs, SEC EDGAR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LLM Extraction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signals from unstructured documents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Merge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LLM extractions with structured sources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Dimension Scoring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deterministic heuristics to compute 8 scores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Composite Aggregation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 by confidence, assign tier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Rationale Generation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narrative from scorecard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Sources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Sources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EIA-861, FERC Form 1 &amp; 715, OASIS, HIFLD GIS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Filings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1243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PUC dockets, IRPs, rate cases, tariff books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1307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1371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10-K, earnings calls, trade press, LegiScan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435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1499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request triggers scoring with cache check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1563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Refresh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1627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jobs update all utilities with new data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1691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Refresh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17556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override bypasses cache, re-runs pipeline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Agent Interface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interaction via pi terminal agent — no REST APIs, just conversation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Conversational?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selectors think in questions, not API endpoints. URS meets users where they are — in natural language.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"How responsive is Duke Energy Carolinas?"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urs_lookup → urs_score → conversational scorecard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"Score Duke for 200MW targeting mid-2027"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context → urs_score with parameters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"Compare utilities in Virginia"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urs_lookup each → score → present comparison table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"I have Duke's IRP at ./docs/duke-irp.pdf"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urs_ingest → summarize extraction results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Custom Tools (Pi Extension)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urs_score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 utility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urs_lookup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utility ID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urs_ingest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1243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source doc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1307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urs_history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1371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history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435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urs_sources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1499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data sources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1563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urs_arcgis_sync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1627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to map layer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1691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Disambiguation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17556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asks clarifying questions for ambiguous queries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18196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Context Extraction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18836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MW, timeline, use case from natural language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19476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Guided Exploration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20116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suggests weight adjustments based on priorities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Visualization Layer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rendered as feature layer over utility service territory polygons — visual spatial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Territory Mapping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Attribute Layer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Symbology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Sync Workflow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Map Queries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URS_TIER &lt;= 2 AND STATE = 'VA'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utilities with high responsiveness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DIM_CLEAN &gt; 70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strong in clean energy posture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spreadsheets to spatial intelligence: Site selectors can overlay URS scores with transmission maps, fiber routes, and land parcels for holistic site evaluation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territory polygons from HIFLD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polygon = one utility EIA ID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Graduated color by composite tier (1-5)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for full scorecard popup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10515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flattened attributes per utility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 + 8 dimension scores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tier, data vintage, staleness flags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via SQL WHERE clauses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12435840"/>
            <a:ext cx="8229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(80-100): Dark Green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(60-79): Light Green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(40-59): Yellow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(20-39): Orange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5 (0-19): Red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14767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calls urs_arcgis_sync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scores via ArcGIS REST API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feature layer in real-time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viewers see latest scores instantly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B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pi coding agent with TypeScript extensions and Claude 3.5 Sonnet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 Layer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LLM Layer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Data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Pipeline Layer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Integration Layer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 Layer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Key Technical Decisions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scoring: Same inputs = same scores (reproducibility)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for extraction only: Not scoring (avoid hallucination risk)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Confidence-weighted aggregation: Low-quality data doesn't dominate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terminal agent (.pi/extensions/urs/)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custom tools registered via ExtensionAPI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 skill (.pi/skills/urs/SKILL.md)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→ tool call orchestration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10515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 Sonnet for extraction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for structured extraction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validation on outputs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0.3 for rationale generation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1243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for structured scoring DB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storage for raw source documents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tracking for all extractions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 metadata per source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1435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crawlers (Python/TypeScript)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scoring heuristics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with TTL based on staleness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and on-demand execution modes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16276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REST API for feature service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applyEdits for real-time sync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HIFLD service territory polygons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28-attribute flattened schema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18196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management for data sources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on external APIs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provenance for all extractions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score computations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Impact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across the datacenter development lifecycle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Site Screening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200+ US utilities down to top 20 responsive candidates in minutes, not months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$500K-2M in consultant fees saved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Comparative Analysis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Duke, Dominion, and AEP for300MW hyperscale" — instant evidence-based comparison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6-8 weeks timeline compression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Due Diligence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rationale with source citations validates investment committee presentations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Risk reduction in $500M+ projects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Geographic Prioritization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URS scores with fiber routes and land parcels in ArcGIS for holistic site ranking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Multi-criteria optimization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Market Intelligence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score history to detect regulatory shifts, leadership changes, new tariff approvals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First-mover advantage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Utility Engagement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1243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negotiations armed with evidence: "Your IRP mentions datacenter growth — let's discuss"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1307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Stronger negotiating position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1371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Total Addressable Impact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435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1499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datacenter capex in US (2026)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1563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16276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site selection timeline compression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1691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utilities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17556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IOUs covered (80%+ of load)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B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Fit: Dirt to Decode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Power to Prefill, Dirt to Decode, Transformers to Transformers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Dirt Layer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 starts at the dirt: Land permitting begins with utility responsiveness. Can you interconnect? Will they negotiate? URS answers before breaking ground.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Power Layer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to Prefill: Scoring utilities on tariff flexibility, interconnection speed, and grid headroom — the power delivery infrastructure AI needs.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Transformers Layer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to Transformers: Electrical transformers enable LLM transformers. URS uses Claude to extract utility posture from docs.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URS Perfectly Fits This Hackathon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Full-Stack AI Infrastructure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API layer — tackles land, power, and siting as first-order problems for AI infrastructure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Novel Data Pipeline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LLM-driven extraction from IRPs, rate cases, earnings calls — unstructured → structured intelligence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 Economic Impact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 annual datacenter capex — 6-12 month timeline compression = billions in opportunity cost saved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Innovative UX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agent via pi terminal — not REST APIs, natural language queries with contextual scoring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dirt to decode: URS reimagines datacenter site selection by systematizing the most opaque variable — utility behavior — into evidence-based intelligence."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 of current constraints and research directions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Private Negotiation Opacity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tariffs show public offers; negotiated contracts often confidential. May undercount utilities that negotiate aggressively but privately.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Lower confidence when no special contracts visible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Regulatory vs. Utility Confounding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scores may reflect state regulatory constraints rather than utility reluctance. Hard to isolate.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Separate regulatory dimension; allow zero-weighting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Small Utility Blindness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utilities and co-ops file less with FERC/PUCs. Limited public data → low confidence scores.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Coverage warnings; focus on ~200 IOUs (80%+ load)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Geographic Uniformity Assumption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utility-level, not substation-level. Duke may be responsive in Charlotte, unresponsive in rural areas.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Add lat/lon to intersect with transmission infrastructure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LLM Extraction Errors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Misinterpretation of tariff language or missed IRP sections can propagate to scores.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Schema validation; spot-checks; extraction confidence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Temporal Lag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1243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behavior changes (new CEO, rate case) before scoring system detects. Inherent reactive lag.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1307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Staleness tracking; alerts for high-impact events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1371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Future Research Directions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1435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Substation-level granularity: Score specific interconnection points, not just utilities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1499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 Track tone shifts in earnings calls and PUC testimony over time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1563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models: Forecast score changes based on regulatory/leadership signals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BE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interaction showing conversational URS in 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user@pi:~$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responsive is Duke Energy Carolinas for a 200MW datacenter targeting mid-2027?"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[Agent calls urs_lookup("Duke Energy Carolinas") → resolves to EIA 6452]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[Agent calls urs_score(utility_id="6452", mw_requirement=200, target_isd="2027-06-01")]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 Agent: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Energy Carolinas scores 72/100 (Tier 2: Moderately Responsive)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Strengths: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Strong tariff flexibility (85/100) - Approved LGS and Economic Development Rider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Excellent track record (88/100) - Serves multiple large loads in Charlotte metro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High clean energy posture (78/100) - Green Source Advantage program available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Concerns: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Interconnection speed moderate (62/100) - 14-18 month study timelines historically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Your 2027-06 timeline is aggressive given typical study pace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Recommendation: Explore phased delivery or interim solutions while upgrades are built.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Confidence: 81% (some data staleness in interconnection dimension)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user@pi:~$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that to Dominion Energy Virginia"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[Agent calls urs_lookup("Dominion Energy Virginia") → resolves to EIA 56270]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[Agent calls urs_score(utility_id="56270", mw_requirement=200, target_isd="2027-06-01")]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URS Agent: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Dominion Energy Virginia scores 81/100 (Tier 1: Highly Responsive)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Key Advantages vs. Duke: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Superior regulatory environment (92/100) - VA datacenter tax incentives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Faster interconnection (75/100) - Dedicated large-load study team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Strong leadership posture (85/100) - CEO repeatedly welcomes hyperscale loads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Verdict: Dominion likely more responsive for your 200MW/2027 timeline.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Extraction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parses 200MW + mid-2027 from natural language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11155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8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Intelligence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1179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context for follow-up comparisons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1243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1307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specific programs (Rider ED, Green Source)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Responsiveness Scoring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Tribal Knowledge to Systematic Intelligence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8-Dimension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scoring with confidence levels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via pi terminal, not REST APIs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Integration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visualization over service territories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Impact: $50B+ Annual Datacenter Capex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675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 timeline compression • $500K-2M in consultant fees saved • Risk reduction in $500M+ projects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Datacenter Site Selection?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Built for SemiAnalysis × Fluidstack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Dirt to Decode, Power to Prefill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invisible visible: Systematizing utility responsiveness for the AI infrastructure era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Utility Responsiveness Scoring - Hackathon Pitch</dc:title>
  <dc:subject>PptxGenJS Presentation</dc:subject>
  <dc:creator>AI Presentation Generator</dc:creator>
  <cp:lastModifiedBy>AI Presentation Generator</cp:lastModifiedBy>
  <cp:revision>1</cp:revision>
  <dcterms:created xsi:type="dcterms:W3CDTF">2026-03-15T23:08:14Z</dcterms:created>
  <dcterms:modified xsi:type="dcterms:W3CDTF">2026-03-15T23:08:14Z</dcterms:modified>
</cp:coreProperties>
</file>